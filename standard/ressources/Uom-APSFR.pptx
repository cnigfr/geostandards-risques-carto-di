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35B346-37FF-47CB-838A-376242CF8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3FFE89A-B677-4A03-A945-B5882F546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52FBF0-B67A-4AC6-910C-9AC019E5C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E0C6-34D2-4B30-9629-9007EEDE412A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FDD332-A63D-4E06-8142-024F8DB25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388761-75DA-41E6-91FA-055A5512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1A5EA-3021-4FBB-AFF7-60636678EE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0477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8D558E-AA65-4A77-BBBE-977C5809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1D6A19-F353-4FE9-972A-F67CC25EF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8A1E1C-E334-44F3-BBAD-9198B221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E0C6-34D2-4B30-9629-9007EEDE412A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0096C9-DDBD-4FB1-A14C-A66477AA6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96EACD-4769-4C22-A121-A6A1B49FA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1A5EA-3021-4FBB-AFF7-60636678EE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563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0C05E-D5A0-4E47-BE07-BEA88F21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A7D133-00C8-442E-BB96-146564C84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93A9F2-67E3-42C5-ADB9-672DDAC89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E0C6-34D2-4B30-9629-9007EEDE412A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9B1E56-15AA-487C-8532-705EDDFE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B6195C-1B89-4802-A48D-0B402964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1A5EA-3021-4FBB-AFF7-60636678EE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5881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466F86-4E50-4723-8904-F4B94C30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860F4E-1DF6-4367-A1CB-09C004B35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D5DA058-E6A2-42D0-940D-B968A94B7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2E6BE5-FAA0-4ED4-A124-4ADBCDDA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E0C6-34D2-4B30-9629-9007EEDE412A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3CC9A9B-B643-4746-A355-5E3C11E46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00C7909-DA7C-4ED0-8978-B269A320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1A5EA-3021-4FBB-AFF7-60636678EE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2568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C67145-8B4B-4998-93E2-23EA182E0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A30AA7B-49A4-4D33-AB3F-FCD677BB5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213CA9A-EDFC-41AA-9A64-4DD41838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7C31117-8DA8-4C63-A0A0-FDAD61C27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3298493-DB8E-4FAE-AE37-9E60EF3A3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E9CA76C-5BB4-44E3-8754-D05DEFBE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E0C6-34D2-4B30-9629-9007EEDE412A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9DE2F14-F320-4A53-9B74-F4B9A3BA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8226479-4EEA-4824-BAAD-206EC5DF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1A5EA-3021-4FBB-AFF7-60636678EE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8109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B47A91-AC3F-44AD-832F-A7090E1D3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BD89654-79F0-456A-B6DE-AA86A656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E0C6-34D2-4B30-9629-9007EEDE412A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3340572-6E96-4328-8F03-91318A558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68B69E-AEE5-4834-9591-0FF6B458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1A5EA-3021-4FBB-AFF7-60636678EE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3415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45B6DCC-156A-463E-8BED-2EE372F45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E0C6-34D2-4B30-9629-9007EEDE412A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99F66E-3ECF-496C-BB2D-4E47EA36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9717FA-956C-4878-B767-260BDBDFF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1A5EA-3021-4FBB-AFF7-60636678EE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9142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E905E6-A45D-4453-8C60-D039DCF2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7AB9C2-F03D-474A-B51F-D0BF559D8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E404F7D-2CE5-403A-89CE-11D73C673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EF2063A-79D7-407C-B78C-2382BAE3D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E0C6-34D2-4B30-9629-9007EEDE412A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F9B6D0C-A127-4DA4-935B-6F653958A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59095E6-E9ED-43CC-A15E-71312934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1A5EA-3021-4FBB-AFF7-60636678EE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64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A87FAE-F92E-485C-9FB6-6B8373A3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6ECF766-FC1C-44B8-BCA3-25C63C1C01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FCFEAB-5251-4711-B5EB-3D6848241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E0BBCB-E29C-41FD-812B-5DF003057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E0C6-34D2-4B30-9629-9007EEDE412A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2AEDA6-3798-45C7-8EE8-93C5D36C3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C41491-E350-4979-B2D0-EAF5D649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1A5EA-3021-4FBB-AFF7-60636678EE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23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AF3D1A-5672-4B19-943C-EA293E35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ED3696E-5914-4FC4-9354-5997EE231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B4A7D7-E6CE-4D34-B6A4-CFD5A82E1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E0C6-34D2-4B30-9629-9007EEDE412A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609F2B-9DFA-4130-8EDD-AF73D0A09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FCC42C-6324-4C0A-8BF1-BC99BE9F5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1A5EA-3021-4FBB-AFF7-60636678EE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623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5B0B9EF-A2C0-48C0-98AE-A1FBD0525C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FB25439-97B1-4EAD-9F1A-69C2EF5A7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FB6A54-3F06-4D11-9FB7-DBCAA6DAE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E0C6-34D2-4B30-9629-9007EEDE412A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0F0A7A-6F30-46A6-83CE-E0DCCAA19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ACA165-18E9-4536-8621-4C1D84D2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1A5EA-3021-4FBB-AFF7-60636678EE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87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46B252B-2AC1-4081-BE6A-A6967337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14916A-2209-44FD-A377-DC72280F5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14D9AA-DCC1-458C-B21F-C10A484411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4E0C6-34D2-4B30-9629-9007EEDE412A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CF75A5-C042-4421-A0F9-0D75506D7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5587DC-F87D-4608-8D33-6B6FC7317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1A5EA-3021-4FBB-AFF7-60636678EE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176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F25C6EC6-6713-41FC-9AAC-C99761337FF1}"/>
              </a:ext>
            </a:extLst>
          </p:cNvPr>
          <p:cNvGrpSpPr/>
          <p:nvPr/>
        </p:nvGrpSpPr>
        <p:grpSpPr>
          <a:xfrm>
            <a:off x="2372959" y="330241"/>
            <a:ext cx="7321825" cy="6316296"/>
            <a:chOff x="2214137" y="270852"/>
            <a:chExt cx="7321825" cy="6316296"/>
          </a:xfrm>
        </p:grpSpPr>
        <p:pic>
          <p:nvPicPr>
            <p:cNvPr id="30" name="Espace réservé du contenu 4">
              <a:extLst>
                <a:ext uri="{FF2B5EF4-FFF2-40B4-BE49-F238E27FC236}">
                  <a16:creationId xmlns:a16="http://schemas.microsoft.com/office/drawing/2014/main" id="{EE7CFDF9-AD44-44DF-B23F-437EC2579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4137" y="270852"/>
              <a:ext cx="7321825" cy="6316296"/>
            </a:xfrm>
            <a:prstGeom prst="rect">
              <a:avLst/>
            </a:prstGeom>
          </p:spPr>
        </p:pic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48B41A67-CE46-4CCF-9E34-2862EA3139F1}"/>
                </a:ext>
              </a:extLst>
            </p:cNvPr>
            <p:cNvSpPr txBox="1"/>
            <p:nvPr/>
          </p:nvSpPr>
          <p:spPr>
            <a:xfrm>
              <a:off x="5812366" y="812800"/>
              <a:ext cx="567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FRA</a:t>
              </a:r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CB1A6AAE-31EB-4413-9A0F-5729561B9638}"/>
                </a:ext>
              </a:extLst>
            </p:cNvPr>
            <p:cNvSpPr txBox="1"/>
            <p:nvPr/>
          </p:nvSpPr>
          <p:spPr>
            <a:xfrm>
              <a:off x="7607299" y="1794933"/>
              <a:ext cx="567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FRC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7052594E-FBEA-4D0D-B689-4E1D18718373}"/>
                </a:ext>
              </a:extLst>
            </p:cNvPr>
            <p:cNvSpPr txBox="1"/>
            <p:nvPr/>
          </p:nvSpPr>
          <p:spPr>
            <a:xfrm>
              <a:off x="6536848" y="658911"/>
              <a:ext cx="567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FRB1</a:t>
              </a:r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CF78441B-E6C3-49CD-AA03-45CAA5E630AA}"/>
                </a:ext>
              </a:extLst>
            </p:cNvPr>
            <p:cNvSpPr txBox="1"/>
            <p:nvPr/>
          </p:nvSpPr>
          <p:spPr>
            <a:xfrm>
              <a:off x="6916393" y="949754"/>
              <a:ext cx="567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FRB2</a:t>
              </a: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C034EE3C-0518-4696-A645-8BE21B44107E}"/>
                </a:ext>
              </a:extLst>
            </p:cNvPr>
            <p:cNvSpPr txBox="1"/>
            <p:nvPr/>
          </p:nvSpPr>
          <p:spPr>
            <a:xfrm>
              <a:off x="6165470" y="1794932"/>
              <a:ext cx="567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FRH</a:t>
              </a: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5AB0822B-D867-4CCC-9AC7-9A53ABBF68ED}"/>
                </a:ext>
              </a:extLst>
            </p:cNvPr>
            <p:cNvSpPr txBox="1"/>
            <p:nvPr/>
          </p:nvSpPr>
          <p:spPr>
            <a:xfrm>
              <a:off x="5375514" y="2895599"/>
              <a:ext cx="567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FRG</a:t>
              </a:r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2AEFF34D-4487-4638-853C-F6BAC2B20F6C}"/>
                </a:ext>
              </a:extLst>
            </p:cNvPr>
            <p:cNvSpPr txBox="1"/>
            <p:nvPr/>
          </p:nvSpPr>
          <p:spPr>
            <a:xfrm>
              <a:off x="7191614" y="4275665"/>
              <a:ext cx="567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FRD</a:t>
              </a: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75BDED1D-BA8E-41A5-BF4D-81521B2D415C}"/>
                </a:ext>
              </a:extLst>
            </p:cNvPr>
            <p:cNvSpPr txBox="1"/>
            <p:nvPr/>
          </p:nvSpPr>
          <p:spPr>
            <a:xfrm>
              <a:off x="5652417" y="4275665"/>
              <a:ext cx="567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FRF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01731881-CDF2-4FFB-8BA7-746310B5D087}"/>
                </a:ext>
              </a:extLst>
            </p:cNvPr>
            <p:cNvSpPr txBox="1"/>
            <p:nvPr/>
          </p:nvSpPr>
          <p:spPr>
            <a:xfrm>
              <a:off x="8538632" y="5613400"/>
              <a:ext cx="567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FRE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E21593AE-BB39-4029-A5DF-D1FE7324818D}"/>
              </a:ext>
            </a:extLst>
          </p:cNvPr>
          <p:cNvGrpSpPr/>
          <p:nvPr/>
        </p:nvGrpSpPr>
        <p:grpSpPr>
          <a:xfrm>
            <a:off x="487936" y="341860"/>
            <a:ext cx="2459222" cy="6288369"/>
            <a:chOff x="552685" y="341860"/>
            <a:chExt cx="2459222" cy="6288369"/>
          </a:xfrm>
        </p:grpSpPr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18F78132-C23C-4D00-B955-37E19EAD1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685" y="3928251"/>
              <a:ext cx="2459222" cy="2701978"/>
            </a:xfrm>
            <a:prstGeom prst="rect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</p:pic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86A77DAB-D687-4CB4-B96E-7AC90494C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974" y="1881204"/>
              <a:ext cx="2235240" cy="2038013"/>
            </a:xfrm>
            <a:prstGeom prst="rect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E78D82B8-6C03-4EAB-95BF-BF9935E5F324}"/>
                </a:ext>
              </a:extLst>
            </p:cNvPr>
            <p:cNvSpPr txBox="1"/>
            <p:nvPr/>
          </p:nvSpPr>
          <p:spPr>
            <a:xfrm>
              <a:off x="896077" y="3105899"/>
              <a:ext cx="5672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FRJ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CDB141DF-6F19-4B77-B8D4-18F727F6389A}"/>
                </a:ext>
              </a:extLst>
            </p:cNvPr>
            <p:cNvSpPr txBox="1"/>
            <p:nvPr/>
          </p:nvSpPr>
          <p:spPr>
            <a:xfrm>
              <a:off x="1224978" y="4469951"/>
              <a:ext cx="5672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FRK</a:t>
              </a:r>
            </a:p>
          </p:txBody>
        </p:sp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12078015-9674-4591-ACFD-9841696BC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156" y="341860"/>
              <a:ext cx="2234058" cy="1718937"/>
            </a:xfrm>
            <a:prstGeom prst="rect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</p:pic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05802896-F058-4601-A8A3-FDFD59C31D2B}"/>
                </a:ext>
              </a:extLst>
            </p:cNvPr>
            <p:cNvSpPr txBox="1"/>
            <p:nvPr/>
          </p:nvSpPr>
          <p:spPr>
            <a:xfrm>
              <a:off x="1603763" y="1148689"/>
              <a:ext cx="5672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FRI</a:t>
              </a:r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D5076F5A-ECC0-4491-B3BB-7D207E843598}"/>
              </a:ext>
            </a:extLst>
          </p:cNvPr>
          <p:cNvGrpSpPr/>
          <p:nvPr/>
        </p:nvGrpSpPr>
        <p:grpSpPr>
          <a:xfrm>
            <a:off x="8562789" y="355642"/>
            <a:ext cx="2459222" cy="4218597"/>
            <a:chOff x="8643493" y="1972027"/>
            <a:chExt cx="2459222" cy="4218597"/>
          </a:xfrm>
        </p:grpSpPr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218DA060-CE0D-40D8-A01E-5DD61F9A1E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4765" t="5032" r="18872" b="11160"/>
            <a:stretch/>
          </p:blipFill>
          <p:spPr>
            <a:xfrm>
              <a:off x="8643493" y="4138794"/>
              <a:ext cx="2459222" cy="2051830"/>
            </a:xfrm>
            <a:prstGeom prst="rect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</p:pic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E0B98B59-904C-41C7-A262-F436E1286B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1562" t="1738" r="34327" b="16106"/>
            <a:stretch/>
          </p:blipFill>
          <p:spPr>
            <a:xfrm>
              <a:off x="9413445" y="1972027"/>
              <a:ext cx="1689270" cy="2160082"/>
            </a:xfrm>
            <a:prstGeom prst="rect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</p:pic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43E90D83-DEFA-4CA9-AD8F-ECF41CB55F1D}"/>
                </a:ext>
              </a:extLst>
            </p:cNvPr>
            <p:cNvSpPr txBox="1"/>
            <p:nvPr/>
          </p:nvSpPr>
          <p:spPr>
            <a:xfrm>
              <a:off x="9684281" y="3087193"/>
              <a:ext cx="5672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FRM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5939285A-CA27-4A12-B242-FCB60ED7E9D3}"/>
                </a:ext>
              </a:extLst>
            </p:cNvPr>
            <p:cNvSpPr txBox="1"/>
            <p:nvPr/>
          </p:nvSpPr>
          <p:spPr>
            <a:xfrm>
              <a:off x="9202201" y="5350872"/>
              <a:ext cx="5672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93808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</Words>
  <Application>Microsoft Office PowerPoint</Application>
  <PresentationFormat>Grand écran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Gilles Cebelieu</dc:creator>
  <cp:lastModifiedBy>Gilles Cebelieu</cp:lastModifiedBy>
  <cp:revision>8</cp:revision>
  <dcterms:created xsi:type="dcterms:W3CDTF">2026-01-29T16:00:32Z</dcterms:created>
  <dcterms:modified xsi:type="dcterms:W3CDTF">2026-01-29T21:41:09Z</dcterms:modified>
</cp:coreProperties>
</file>